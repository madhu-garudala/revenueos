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/QgzcbkyhNGjhUj4BxjEp8zFs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solidFill>
            <a:srgbClr val="0D1F38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234440" y="4754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RevenueOS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234440" y="84124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AUTONOMOUS REVENUE INTELLIGENCE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1371600"/>
            <a:ext cx="5943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From First Message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to Closed Deal.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30175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 dropped balls.  No forgotten follow-ups.  No missed revenue.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502920" y="3520440"/>
            <a:ext cx="77724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502920" y="3703320"/>
            <a:ext cx="2011680" cy="320040"/>
          </a:xfrm>
          <a:prstGeom prst="rect">
            <a:avLst/>
          </a:prstGeom>
          <a:solidFill>
            <a:srgbClr val="0D1F38"/>
          </a:solidFill>
          <a:ln cap="flat" cmpd="sng" w="12700">
            <a:solidFill>
              <a:srgbClr val="0D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02920" y="3703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AWS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51760" y="3703320"/>
            <a:ext cx="2011680" cy="320040"/>
          </a:xfrm>
          <a:prstGeom prst="rect">
            <a:avLst/>
          </a:prstGeom>
          <a:solidFill>
            <a:srgbClr val="0D1F38"/>
          </a:solidFill>
          <a:ln cap="flat" cmpd="sng" w="12700">
            <a:solidFill>
              <a:srgbClr val="0D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651760" y="3703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Track 2 · Autonomous Business Unit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00600" y="3703320"/>
            <a:ext cx="2011680" cy="320040"/>
          </a:xfrm>
          <a:prstGeom prst="rect">
            <a:avLst/>
          </a:prstGeom>
          <a:solidFill>
            <a:srgbClr val="0D1F38"/>
          </a:solidFill>
          <a:ln cap="flat" cmpd="sng" w="12700">
            <a:solidFill>
              <a:srgbClr val="0D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800600" y="3703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AWS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949440" y="3703320"/>
            <a:ext cx="2011680" cy="320040"/>
          </a:xfrm>
          <a:prstGeom prst="rect">
            <a:avLst/>
          </a:prstGeom>
          <a:solidFill>
            <a:srgbClr val="0D1F38"/>
          </a:solidFill>
          <a:ln cap="flat" cmpd="sng" w="12700">
            <a:solidFill>
              <a:srgbClr val="0D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949440" y="3703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Zero Fake Integrations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046720" y="182880"/>
            <a:ext cx="91440" cy="9144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183880" y="16459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Sales teams don't lose deals because their product is bad.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They lose deals because of dropped balls.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2057400"/>
            <a:ext cx="1965960" cy="2377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2057400"/>
            <a:ext cx="54864" cy="23774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21488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5488" y="2606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Message ignored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Lead asks for pricing on Slack. Nobody responds for 3 days.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2057400"/>
            <a:ext cx="1965960" cy="2377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2514600" y="2057400"/>
            <a:ext cx="54864" cy="23774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606040" y="21488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624328" y="2606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Proposal forgotten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62432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proposal sits in a folder. Never sent. Deal goes cold.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663440" y="2057400"/>
            <a:ext cx="1965960" cy="2377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663440" y="2057400"/>
            <a:ext cx="54864" cy="23774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754880" y="21488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73168" y="2606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Payment link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7316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Customer is ready to buy. Nobody created the link.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812280" y="2057400"/>
            <a:ext cx="1965960" cy="2377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812280" y="2057400"/>
            <a:ext cx="54864" cy="23774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903720" y="21488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922008" y="2606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Follow-up never happens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92200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Rep forgets to follow up. Competitor wins the deal.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Every dropped ball = lost revenue.  Every single day.  For every sales team.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RevenueOS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 customer sends one message. RevenueOS handles everything else.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1920240"/>
            <a:ext cx="2651760" cy="1234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65760" y="1920240"/>
            <a:ext cx="54864" cy="12344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02920" y="2057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👁  Watches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" y="24231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Real Slack messages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&amp; voice 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00400" y="1920240"/>
            <a:ext cx="2651760" cy="1234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200400" y="1920240"/>
            <a:ext cx="54864" cy="12344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337560" y="2057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🧠  Understands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337560" y="24231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Intent, urgency,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sentiment,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035040" y="1920240"/>
            <a:ext cx="2651760" cy="1234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035040" y="1920240"/>
            <a:ext cx="54864" cy="12344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172200" y="2057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⚡  Acts instantly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172200" y="24231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Email + payment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+ proposal PDF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3337560"/>
            <a:ext cx="2651760" cy="1234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65760" y="3337560"/>
            <a:ext cx="54864" cy="12344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02920" y="3474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🔔  Notifies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02920" y="38404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Rich Slack notification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 your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200400" y="3337560"/>
            <a:ext cx="2651760" cy="1234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200400" y="3337560"/>
            <a:ext cx="54864" cy="12344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337560" y="3474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🔁  Follows 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337560" y="38404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Automatic follow-up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if customer goes quiet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035040" y="3337560"/>
            <a:ext cx="2651760" cy="12344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035040" y="3337560"/>
            <a:ext cx="54864" cy="12344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172200" y="3474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🛡  Self-corrects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172200" y="38404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Retries failures,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escalates if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The human goes from DOING the work → to WATCHING it get done.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Watch it work. In real time.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1417320"/>
            <a:ext cx="4023360" cy="32918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65760" y="1417320"/>
            <a:ext cx="54864" cy="32918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MOMENT 1 · Slack to Actions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94360" y="18745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Partner types in #revenue-alerts on phone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94360" y="220370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Dashboard card appears — NEW → ANALYZED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4360" y="253288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Bedrock: intent + urgency + sentiment +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94360" y="286207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3 actions fire simultaneously: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22960" y="319125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  ✉  Real email arrives in inbox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22960" y="352044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  $  Real Stripe payment link generated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22960" y="384962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  📄  Real proposal PDF presigned 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94360" y="417880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Slack notification fires in #revenue-alerts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663440" y="1417320"/>
            <a:ext cx="54864" cy="32918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MOMENT 2 · Voice Call Intelligence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846320" y="18745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Press mic button on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846320" y="220370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Speak a 30-second sales call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846320" y="253288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Transcript appears word-by-word in real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846320" y="286207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Bedrock analyses the full call: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74920" y="319125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   🎯  Sentiment + deal stage +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074920" y="352044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   ✅  Action items extracted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74920" y="384962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   📅  Follow-up auto-scheduled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46320" y="417880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Call summary emailed + Slacked instantly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MOMENT 3 · Self-Correction  —  Follow-up timer hits zero. Second email fires automatically. Nobody touched anything.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" y="5303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14 AWS Services. 3 External Integrations. Zero Fake Integrations.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revenueos_architecture.png"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Evaluation Criteria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How RevenueOS scores on every dimension.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65760" y="1143000"/>
            <a:ext cx="4114800" cy="178308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65760" y="1143000"/>
            <a:ext cx="54864" cy="178308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02920" y="125272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Orchestration Depth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749040" y="1252728"/>
            <a:ext cx="594360" cy="27432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749040" y="125272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10/10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02920" y="16184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5 Snyco tool categories: Communication, Payments, Productivity, Calendar,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0292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3 parallel Lambda actions per lead via Step 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02920" y="22219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Full sales lifecycle: outbound → inbound → post-call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02920" y="25237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Slack + SES + Stripe + S3 + Bedrock + Transcribe all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09160" y="1143000"/>
            <a:ext cx="4114800" cy="178308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709160" y="1143000"/>
            <a:ext cx="54864" cy="17830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846320" y="125272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Intent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092440" y="1252728"/>
            <a:ext cx="594360" cy="2743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092440" y="125272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9/10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846320" y="16184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Claude Sonnet 4.6 extracts 4 dimensions: intent, urgency, sentiment, revenue_risk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Natural language understood — not keyword matching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846320" y="22219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Voice call: implicit commitments detected ('I'll send that over')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846320" y="25237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Context-aware: prior conversation history loaded before each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3063240"/>
            <a:ext cx="4114800" cy="178308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65760" y="3063240"/>
            <a:ext cx="54864" cy="178308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02920" y="31729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Self-Correction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749040" y="3172968"/>
            <a:ext cx="594360" cy="27432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749040" y="317296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10/10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02920" y="35387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Step Functions: retry 3x with exponential backoff on every 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02920" y="3840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Catch blocks route failures to fallback_lambda → alternate channel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02920" y="41422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EventBridge: 48h no-reply triggers automatic follow-up (different angle)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" y="44439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SNS escalation: human alerted with full context as last resort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709160" y="3063240"/>
            <a:ext cx="4114800" cy="178308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709160" y="3063240"/>
            <a:ext cx="54864" cy="17830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846320" y="31729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UX &amp; Impact (RPE)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092440" y="3172968"/>
            <a:ext cx="594360" cy="2743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8092440" y="317296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10/10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846320" y="35387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1 rep handles 500 leads/month vs 50 manually — 10x 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846320" y="3840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300 hours/month returned to selling, not coordinating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846320" y="41422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Real-time dark dashboard — mission control feel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846320" y="44439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· Live demo: Slack → email + Stripe + PDF in under 15 seconds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Revenue Per Employee — Redefined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Same team. 10x output.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" y="1325880"/>
            <a:ext cx="3474720" cy="34747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48640" y="13258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023360" y="1325880"/>
            <a:ext cx="2286000" cy="347472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023360" y="132588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Before RevenueOS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309360" y="1325880"/>
            <a:ext cx="2286000" cy="347472"/>
          </a:xfrm>
          <a:prstGeom prst="rect">
            <a:avLst/>
          </a:prstGeom>
          <a:solidFill>
            <a:srgbClr val="2DD4B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309360" y="132588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With RevenueOS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1673352"/>
            <a:ext cx="347472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21792" y="167335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Leads handled / rep /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023360" y="1673352"/>
            <a:ext cx="228600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096512" y="1673352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309360" y="1673352"/>
            <a:ext cx="228600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382512" y="1673352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48640" y="2057400"/>
            <a:ext cx="3474720" cy="384048"/>
          </a:xfrm>
          <a:prstGeom prst="rect">
            <a:avLst/>
          </a:prstGeom>
          <a:solidFill>
            <a:srgbClr val="102236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21792" y="20574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Hours spent on coordination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023360" y="2057400"/>
            <a:ext cx="2286000" cy="384048"/>
          </a:xfrm>
          <a:prstGeom prst="rect">
            <a:avLst/>
          </a:prstGeom>
          <a:solidFill>
            <a:srgbClr val="102236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096512" y="205740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3h per deal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309360" y="2057400"/>
            <a:ext cx="2286000" cy="384048"/>
          </a:xfrm>
          <a:prstGeom prst="rect">
            <a:avLst/>
          </a:prstGeom>
          <a:solidFill>
            <a:srgbClr val="102236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382512" y="205740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48640" y="2441448"/>
            <a:ext cx="347472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21792" y="244144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Response time to hot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023360" y="2441448"/>
            <a:ext cx="228600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096512" y="244144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309360" y="2441448"/>
            <a:ext cx="228600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382512" y="244144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Seconds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48640" y="2825496"/>
            <a:ext cx="3474720" cy="384048"/>
          </a:xfrm>
          <a:prstGeom prst="rect">
            <a:avLst/>
          </a:prstGeom>
          <a:solidFill>
            <a:srgbClr val="102236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621792" y="282549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Dropped follow-ups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023360" y="2825496"/>
            <a:ext cx="2286000" cy="384048"/>
          </a:xfrm>
          <a:prstGeom prst="rect">
            <a:avLst/>
          </a:prstGeom>
          <a:solidFill>
            <a:srgbClr val="102236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096512" y="2825496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Common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309360" y="2825496"/>
            <a:ext cx="2286000" cy="384048"/>
          </a:xfrm>
          <a:prstGeom prst="rect">
            <a:avLst/>
          </a:prstGeom>
          <a:solidFill>
            <a:srgbClr val="102236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382512" y="2825496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Zero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48640" y="3209544"/>
            <a:ext cx="347472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21792" y="3209544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Post-call action items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023360" y="3209544"/>
            <a:ext cx="228600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4096512" y="3209544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Manual 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309360" y="3209544"/>
            <a:ext cx="2286000" cy="384048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382512" y="3209544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Auto-extracted + executed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8640" y="41605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10x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Output per rep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651760" y="41605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300h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651760" y="4754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Saved per month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754880" y="41605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15s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754880" y="4754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Response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858000" y="41605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Dropped balls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Built on AWS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Every service is AWS-native. This is a production architecture.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5760" y="118872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65760" y="1188720"/>
            <a:ext cx="54864" cy="82296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02920" y="1280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Amazon Bedrock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02920" y="15544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Claude Sonnet 4.6 — intent detection, email drafting, call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227832" y="118872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3227832" y="1188720"/>
            <a:ext cx="54864" cy="82296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3364992" y="1280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AWS Step Functions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364992" y="15544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Parallel orchestration, retry logic, self-correction catch blocks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089904" y="118872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6089904" y="1188720"/>
            <a:ext cx="54864" cy="82296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227064" y="1280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AWS Lambda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227064" y="15544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 functions — ingest, analyze, reply, payment, proposal, notify, fallback, followup, transcribe, leads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5760" y="214884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365760" y="2148840"/>
            <a:ext cx="54864" cy="82296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02920" y="2240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Amazon Transcribe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02920" y="2514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Live speech-to-text — real-time voice call intelligence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227832" y="214884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227832" y="2148840"/>
            <a:ext cx="54864" cy="82296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3364992" y="2240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364992" y="2514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HTTP API — 4 routes, CORS enabled, Slack event subscriptions endpoint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089904" y="214884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089904" y="2148840"/>
            <a:ext cx="54864" cy="82296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227064" y="2240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Amazon DynamoDB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227064" y="2514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Single-table design — lead state, conversation history, audit trail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65760" y="310896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365760" y="3108960"/>
            <a:ext cx="54864" cy="82296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502920" y="3200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Amazon 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02920" y="34747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Real personalised email delivery — drafts written by Bedrock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227832" y="310896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3227832" y="3108960"/>
            <a:ext cx="54864" cy="82296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3364992" y="3200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364992" y="34747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Proposal PDF storage — presigned URLs generated per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089904" y="310896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6089904" y="3108960"/>
            <a:ext cx="54864" cy="82296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227064" y="3200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Amazon EventBridge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227064" y="34747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Scheduler — automatic 48h follow-up trigger, no human needed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65760" y="406908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65760" y="4069080"/>
            <a:ext cx="54864" cy="82296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502920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AWS Secrets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02920" y="44348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Stripe + Slack credentials — never hardcoded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227832" y="406908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3227832" y="4069080"/>
            <a:ext cx="54864" cy="82296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3364992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Amazon SNS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364992" y="44348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Escalation alerts — fires when all self-correction attempts fail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6089904" y="4069080"/>
            <a:ext cx="2697480" cy="82296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089904" y="4069080"/>
            <a:ext cx="54864" cy="822960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6227064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AWS Amplify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227064" y="44348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React frontend hosting — HTTPS, live URL, one-command deploy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External Integrations (all real):  Slack Events API  ·  Slack Incoming Webhooks  ·  Stripe Test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solidFill>
            <a:srgbClr val="0D1F38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234440" y="4754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RevenueOS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1234440" y="84124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AUTONOMOUS REVENUE INTELLIGENCE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0292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From first message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to closed deal.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02920" y="28346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 dropped balls.  No forgotten follow-ups.  No missed revenue.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02920" y="3429000"/>
            <a:ext cx="2560320" cy="50292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502920" y="3429000"/>
            <a:ext cx="54864" cy="50292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612648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Built in 3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291840" y="3429000"/>
            <a:ext cx="2560320" cy="50292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291840" y="3429000"/>
            <a:ext cx="54864" cy="50292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3401568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Powered by 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080760" y="3429000"/>
            <a:ext cx="2560320" cy="502920"/>
          </a:xfrm>
          <a:prstGeom prst="rect">
            <a:avLst/>
          </a:prstGeom>
          <a:solidFill>
            <a:srgbClr val="0D1F3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080760" y="3429000"/>
            <a:ext cx="54864" cy="50292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190488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Ready for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AWS Hackathon 2026  ·  Track 2 — Autonomous Business Unit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2026-05-05T16:54:13Z</dcterms:created>
  <dc:creator>RevenueOS Team</dc:creator>
</cp:coreProperties>
</file>